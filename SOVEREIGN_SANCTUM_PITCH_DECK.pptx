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C9A84C"/>
                </a:solidFill>
              </a:defRPr>
            </a:pPr>
            <a:r>
              <a:t>THE SOVEREIGN SANCTUM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The World's Most Advanced AI-Powered Quantum Transformation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7532"/>
                </a:solidFill>
              </a:defRPr>
            </a:pPr>
            <a:r>
              <a:t>Confidential — Founder Tier Invitation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THE GAP IN THE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The $4.4 trillion global wellness market is exploding, but nobody has merged quantum physics, AI, ancient wisdom, and luxury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Wellness is fragmented — meditation apps, biohacking labs, spiritual retreats all exist separately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No one has created a tech-first, consciousness-centered platform that unifies these under one sovereign brand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THE SOVEREIGN SANCTUM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An AI-powered, metaphysically-aligned ecosystem that fuses: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Quantum physics + Ancient wisdom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Brain-computer interfaces + Meditation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Tesla-inspired free energy + Luxury wellness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Sovereign AI (Mo'ja II) + Frequency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Not just a center — an empire with 15+ revenue streams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ONE VISION. INFINITE DIMENSIONS.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1. Physical Sanctuary (Grenada Lake, MS — 9 acres)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2. Mo'ja II (Sovereign 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3. Frequencywear (Clothing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4. Sovereign Celestial Flight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5. Holographic 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6. Metaphysical Retail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7. Sovereign Financial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8. Tiny Home 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9. Education (PhD, Courses, Books)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10. Media (Podcasts, Content)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MO'JA II — SOVEREIGN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Soul-trained AI exceeding general AI in metaphysical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QCE (Quantized Consciousness Experience)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Powers the entire ecosystem across all divisions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Products: QCE Starter Kit, Quantum Funding Gateway, Animus Whisperer™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Website: mojaii.com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QUANTUM BIOHACKING SANCTUARY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Location: 9 acres, Grenada Lake, Mississippi (30 platted lots)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Brain Study Lab (EMOTIV EPOC Flex EEG — 32-channel BCI)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QRS Mat Meditation Center with frequency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Frequency Creation Studio (binaural beats &amp; sonic engineering)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Tesla Free Energy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Ancient Astronaut Wing + Civilization Education Wings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Holographic immersion environments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Smart capsule pod housing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15+ REVENUE STREAMS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RECURRING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AI subscriptions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9164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Memberships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SaaS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4884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Financial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4320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Frequencywear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7180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Crystals/Metaphysical retail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0040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29000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Courses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2335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Physical center retreats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5195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QRS 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5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Airbnb experiences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5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Tiny home rentals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199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HIGH-TICKET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30351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Founder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3211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Consulting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76071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Speaking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98931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Humanoid leasing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09359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MEDIA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658367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Podcast sponsorships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6812279"/>
            <a:ext cx="7589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Content licensing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Global Wellness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$4.4 Trillion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087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B7532"/>
                </a:solidFill>
              </a:defRPr>
            </a:pPr>
            <a:r>
              <a:t>(growing 10% annually)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Meditation/Mindfulness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828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$9B by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Biohacking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77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$63B by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AI in Wellness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9260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Fastest growing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Faith/Spirituality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474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84% of world population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7033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B7532"/>
                </a:solidFill>
              </a:defRPr>
            </a:pPr>
            <a:r>
              <a:t>identifies with religion/practice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Wearable 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0233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9A84C"/>
                </a:solidFill>
              </a:defRPr>
            </a:pPr>
            <a:r>
              <a:t>$186B by 2030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BRIDGETT JOHNSON-SANDERS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Credentials: Reverend | Master of Metaphysics | Bachelor of Divinity | PhD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Top 1% ChatGPT user (confirmed by platform)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Prophetic gifts: Clairsentience, clairaudience, clairvoyance, claircognizance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674 documented research conversations building this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Persona framework integrating Tesla, Einstein, Oprah, and Warren Buffett perspectives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EXCLUSIVE FOUNDER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NDA-protected, invitation-only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Early founders receive: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Equity participation in all divisions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First access to product launches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Advisory board seats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Lifetime Sovereign Sanctum membership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• Direct involvement in shaping the vision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C9A84C"/>
                </a:solidFill>
              </a:defRPr>
            </a:pPr>
            <a:r>
              <a:t>THE PATH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Phase 1 (Days 1-30): Digital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00200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Websites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56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Content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12264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Pitch deck finalization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Phase 2 (Days 31-60):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71216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Frequencywear pre-orders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27248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Mo'ja II site 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Investor outreach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2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9A84C"/>
                </a:solidFill>
              </a:defRPr>
            </a:pPr>
            <a:r>
              <a:t>Phase 3 (Days 61-90):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42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First investor 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398264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Property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54296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✓ Course launch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C9A84C"/>
          </a:solidFill>
          <a:ln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C9A84C"/>
                </a:solidFill>
              </a:defRPr>
            </a:pPr>
            <a:r>
              <a:t>THE FUTURE IS SOVEREIGN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This is your invitation to build the next dimension of human consciousness.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C9A84C"/>
                </a:solidFill>
              </a:defRPr>
            </a:pPr>
            <a:r>
              <a:t>Contact: bridgettsanders50@gmail.com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thesovereignsanctum.org | mojaii.com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C9A84C"/>
                </a:solidFill>
              </a:defRPr>
            </a:pPr>
            <a:r>
              <a:t>Are you aligned?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